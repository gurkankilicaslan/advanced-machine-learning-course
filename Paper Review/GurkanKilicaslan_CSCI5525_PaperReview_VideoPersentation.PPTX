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2FAD-1F3F-4E7C-9FD3-6B880113E2D1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073AA-A341-463F-90CD-600CBA7DC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9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1F2B-1B53-4E99-A008-44DDFD821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3C3E0-DD9A-4144-BE18-1E147E5F4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02313-ACB4-427D-B8D5-F169412E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F572-D763-4F9A-82AC-76772CCBC1B2}" type="datetime1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D3298-05B3-4358-9AD2-38C09C09D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0507C-98E5-48C8-B02A-ACA592A9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1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F2DC-1DC2-41DC-B825-D2147CEDE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E9BC4-CFC8-4809-BBBE-49888F453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C789B-0394-44D8-9CDC-9F719F1E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798A3-511B-4304-9006-C6F793285905}" type="datetime1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19876-1654-45F7-8F04-A646D9D03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430C4-6BA7-423C-986F-CAD4E7F8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8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F121-C004-4E3A-9CC8-0BB72901B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CFC1E-D3B0-48BB-AE3C-EB613B397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EA3A-591D-4E99-8665-687E9959A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A3D55-0C34-4FBE-8CEA-DFB76E63CC69}" type="datetime1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37D1C-2E02-430A-A4B4-3611166B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58BBD-416D-471B-8B1B-751FDF53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23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F436-EBFE-4329-96AE-EB03D28D0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FE81B-1F68-4B0C-AB09-16BEF6716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80FC8-BDBB-443A-A90C-A0B47275A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196F7-77A1-472E-B9C9-521760B2A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92F4-E47D-4DEF-BF2A-17A4C8CEA27D}" type="datetime1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E733C-0771-4F74-9148-C944B3AF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BEF6E-F88F-4518-85EE-DF3CE29DE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01A3-BB40-4BF0-B2FF-2875EC55C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B0AC7-8FA2-4037-A8CE-0FBC927A3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1F6EE-BAF6-4366-93EB-272F275AB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5763C0-5AC0-44B0-AD86-4E9A2E135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6B83CC-C2BC-42F2-AF85-B00B662B9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4B1CE8-A98B-4D43-A459-0B09F322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BAB8D-DA66-4790-9653-DA313090117D}" type="datetime1">
              <a:rPr lang="en-US" smtClean="0"/>
              <a:t>11/7/2023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47BE0A-B1B3-470E-9BD3-B65FF03F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2ED11-E3EB-4778-B010-7A2DAFC8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5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301DA-FE50-4E9F-9AF4-6BE89C591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9C09B-562C-4665-BDC1-1F9D687C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FAFB-9910-4D00-849A-99527D722553}" type="datetime1">
              <a:rPr lang="en-US" smtClean="0"/>
              <a:t>11/7/2023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96C5D-D5D4-4908-98D8-3231F131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08667-9663-452C-98C6-486FD554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8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CE1D4-6C89-4A96-9102-B1DF389E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7C03-C604-4BBD-98BC-1AEAC08B3821}" type="datetime1">
              <a:rPr lang="en-US" smtClean="0"/>
              <a:t>11/7/2023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F5B70-010F-471A-B3C2-6FEF8ECA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021C3-8AC3-4167-B299-0298AB47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85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07AC-3B50-4F9E-B9BB-64F33EC56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0957C-14E6-40D7-B0BD-4619E769E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D01FD-06C5-4A79-B81C-0C1592A18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37953-AD57-4FF5-ABC6-9170E387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DC4B-5305-4223-96B6-2F6062F3B06E}" type="datetime1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91796-E5C6-492B-A501-B5019F7D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5F580-444C-41CF-BFF0-694A71FC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54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CFA6-7573-436C-B635-825A8129B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4EDCA-1430-4566-8156-ABD7CBE04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5DCDA-A3B0-4741-86AD-E6B7D289E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8265F-D52E-4DEC-B272-0830F08F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C1F8-403B-463B-898E-FF4859AD8CC9}" type="datetime1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D81FC-3CDC-4A0D-A352-8C9EE5EF6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0D0CE-3567-446F-9825-90AFD12F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CEEB-DD39-470E-ADC3-343B76E0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8F1AF-55CD-445F-911B-18FB1D345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20B2B-978A-4E9D-97E8-CDFD5A16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4E5D9-1DC0-4681-8DDD-C232F6B52AE9}" type="datetime1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CDC42-3544-429F-B080-12562E9B2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108F5-3E02-44F5-B851-7A0F4820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9A2B2-37C1-47AF-AA92-E6F8AD0C0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A157C-08C8-4DC8-B732-6F1C8E827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B85B9-4348-4613-A9EF-0C207568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FF660-19E7-4C96-88DF-3CB02CE5BFD3}" type="datetime1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BA6D3-7FA1-4105-B735-D35BD01C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B438B-B135-4072-8714-04D42114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46ABE8-1ED3-4D88-9D5B-2AEF296FD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39D5C-FE3E-4196-8F1D-05C0BF4A6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E8EBF-C131-4C65-B2CB-710E13959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C2A12-516D-4063-BA88-75058FF9D183}" type="datetime1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0314C-0885-489B-BB6C-B6C01201B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E4B60-A871-48BA-BABD-8427F12EA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D7163-F44C-46B8-A1CF-CD3B28E09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0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xiv.org/abs/1605.06409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854C-B6C5-4DD6-95AB-5F2CB1E20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1769"/>
            <a:ext cx="9144000" cy="2659540"/>
          </a:xfrm>
        </p:spPr>
        <p:txBody>
          <a:bodyPr>
            <a:normAutofit/>
          </a:bodyPr>
          <a:lstStyle/>
          <a:p>
            <a:r>
              <a:rPr lang="en-US" sz="4000" dirty="0"/>
              <a:t>R-FCN: Object Detection via Region-based Fully Convolutional Networks</a:t>
            </a:r>
            <a:br>
              <a:rPr lang="tr-TR" sz="4000" dirty="0"/>
            </a:br>
            <a:r>
              <a:rPr lang="tr-TR" sz="1600" dirty="0">
                <a:hlinkClick r:id="rId2"/>
              </a:rPr>
              <a:t>https://arxiv.org/abs/1605.06409</a:t>
            </a:r>
            <a:br>
              <a:rPr lang="tr-TR" sz="1600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FBD1F-7538-4595-85C3-693F85057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59540"/>
          </a:xfrm>
        </p:spPr>
        <p:txBody>
          <a:bodyPr>
            <a:normAutofit/>
          </a:bodyPr>
          <a:lstStyle/>
          <a:p>
            <a:pPr>
              <a:lnSpc>
                <a:spcPct val="50000"/>
              </a:lnSpc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</a:p>
          <a:p>
            <a:pPr>
              <a:lnSpc>
                <a:spcPct val="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Jifeng Dai - Microsoft Research</a:t>
            </a:r>
          </a:p>
          <a:p>
            <a:pPr>
              <a:lnSpc>
                <a:spcPct val="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 Li - Tsinghua University</a:t>
            </a:r>
          </a:p>
          <a:p>
            <a:pPr>
              <a:lnSpc>
                <a:spcPct val="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Kaiming He - Microsoft Research</a:t>
            </a:r>
          </a:p>
          <a:p>
            <a:pPr>
              <a:lnSpc>
                <a:spcPct val="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Jian Sun - Microsoft Research</a:t>
            </a:r>
          </a:p>
          <a:p>
            <a:pPr>
              <a:lnSpc>
                <a:spcPct val="50000"/>
              </a:lnSpc>
            </a:pP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50000"/>
              </a:lnSpc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</a:t>
            </a:r>
          </a:p>
          <a:p>
            <a:pPr>
              <a:lnSpc>
                <a:spcPct val="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Gurkan Kilicaslan - University of Minnesota</a:t>
            </a:r>
          </a:p>
          <a:p>
            <a:pPr>
              <a:lnSpc>
                <a:spcPct val="50000"/>
              </a:lnSpc>
            </a:pP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50000"/>
              </a:lnSpc>
            </a:pP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8DBF9D-6D21-40F7-9B1C-756696D36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497" y="0"/>
            <a:ext cx="1819419" cy="1023423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8CF1BA6-6B3F-49AF-AFEE-DFE5AD83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64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3E977-DAC7-425F-B21E-AA92AE41F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and Motivation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4A431-8AB2-4AD6-867C-3A89C15FC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is a fundamental challenge in computer vision.</a:t>
            </a:r>
            <a:endParaRPr lang="tr-TR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 are complex and computationally expensive.</a:t>
            </a:r>
            <a:endParaRPr lang="tr-TR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motivation behind R-FCN is to streamline object detection.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79F88D-E813-49F9-8424-DF67DE4DB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497" y="0"/>
            <a:ext cx="1819419" cy="102342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92F4028-4E0D-41E3-99C6-BDCD15700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183" y="3818414"/>
            <a:ext cx="7306847" cy="207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AEC087-83A8-49DA-875E-6B4F84D36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https://blog.paperspace.com/faster-r-cnn-explained-object-detection/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4B46C0-C9CB-4E38-A171-EEB08F8E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761591-DBF4-4711-94A9-40A9336B2C15}"/>
              </a:ext>
            </a:extLst>
          </p:cNvPr>
          <p:cNvSpPr txBox="1"/>
          <p:nvPr/>
        </p:nvSpPr>
        <p:spPr>
          <a:xfrm>
            <a:off x="4360985" y="5935403"/>
            <a:ext cx="5430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W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orking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R-CNN model</a:t>
            </a:r>
          </a:p>
        </p:txBody>
      </p:sp>
    </p:spTree>
    <p:extLst>
      <p:ext uri="{BB962C8B-B14F-4D97-AF65-F5344CB8AC3E}">
        <p14:creationId xmlns:p14="http://schemas.microsoft.com/office/powerpoint/2010/main" val="379028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9A4FC-19DA-4A5E-B5DA-246B36B3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Innovative Approach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9CA14-27E5-4F88-A317-4B2FB79D0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Introducing R-FCN: Region-based Fully Convolutional Networks.</a:t>
            </a:r>
            <a:endParaRPr lang="tr-TR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R-FCN integrates region-based detection into a single network.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Streamlining object detection for improved efficiency.</a:t>
            </a:r>
            <a:endParaRPr lang="tr-TR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A3261-78EF-4105-B1B6-3859B49AA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497" y="0"/>
            <a:ext cx="1819419" cy="10234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B943A-972A-4318-9091-340125AA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B25B6F-D54C-4473-8FA6-3381215C5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267" y="3114089"/>
            <a:ext cx="5458265" cy="277387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8483C96-ED76-405F-9450-10B9E7D55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Jifeng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"R-FCN: Object Detection via Region-based Fully Convolutional Networks." European Conference on Computer Vision (ECCV). 2016.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0AC5C-D5C3-4CE4-8C58-C9CB4C171B7B}"/>
              </a:ext>
            </a:extLst>
          </p:cNvPr>
          <p:cNvSpPr txBox="1"/>
          <p:nvPr/>
        </p:nvSpPr>
        <p:spPr>
          <a:xfrm>
            <a:off x="7118251" y="5811595"/>
            <a:ext cx="5430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W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orking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R-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model</a:t>
            </a:r>
          </a:p>
        </p:txBody>
      </p:sp>
    </p:spTree>
    <p:extLst>
      <p:ext uri="{BB962C8B-B14F-4D97-AF65-F5344CB8AC3E}">
        <p14:creationId xmlns:p14="http://schemas.microsoft.com/office/powerpoint/2010/main" val="173309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0B4E-E30B-4C25-8683-C11AAA2B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Techniques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F1D3C-7C4D-4531-9F8C-1BB00CC5F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PSSM and PS </a:t>
            </a:r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Pooling are key techniques.</a:t>
            </a:r>
            <a:endParaRPr lang="tr-TR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PSSM predicts object scores at different spatial positions.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 </a:t>
            </a:r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Pooling aggregates scores efficiently for classification.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A5FCAF-DF00-423A-803E-A3D9D7D5D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497" y="0"/>
            <a:ext cx="1819419" cy="10234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C5442-8388-4B7E-B3DD-7D4FA2E4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D515FF-25DE-425B-8BA9-D86CF9118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502" y="3108823"/>
            <a:ext cx="6423990" cy="2960882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15B6FB2-1FF1-4351-8C2E-58D853FD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Dai, Jifeng, et al. "R-FCN: Object Detection via Region-based Fully Convolutional Networks." European Conference on Computer Vision (ECCV). 2016.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4EBCD9-47A0-4C70-B41D-6811EA7FCE7A}"/>
              </a:ext>
            </a:extLst>
          </p:cNvPr>
          <p:cNvSpPr txBox="1"/>
          <p:nvPr/>
        </p:nvSpPr>
        <p:spPr>
          <a:xfrm>
            <a:off x="5458266" y="6008551"/>
            <a:ext cx="7146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Positive-Sensitive Score Maps &amp; Positive-Sensitive ROI Pooling (k=3 in this figure)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731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0F15B-F703-4D26-A4FF-056148D4A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R-FCN Over R-CNN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A106B-FF4A-4EDC-9BA3-51B6FB4C4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497" y="0"/>
            <a:ext cx="1819419" cy="10234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5DE1E-9E05-48B9-980A-57609039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BE00968-36C2-4512-B9F4-1BDCBB490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3678" cy="3562301"/>
          </a:xfrm>
        </p:spPr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R-FCN is computationally efficient, eliminating the need for region proposal.</a:t>
            </a:r>
            <a:endParaRPr lang="tr-TR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training in R-FCN improves convergence and performance.</a:t>
            </a:r>
            <a:endParaRPr lang="tr-TR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object detection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EE1716-56DD-4B51-8BAC-E07885F5E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2425" y="1214240"/>
            <a:ext cx="5520196" cy="18021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59A770-BF12-40FB-8EC5-BC92557DFE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0687" y="3035096"/>
            <a:ext cx="5666342" cy="13665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FC5FD6-A05F-41D9-8C70-F40B6D946B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60123" y="4410706"/>
            <a:ext cx="5592498" cy="1378854"/>
          </a:xfrm>
          <a:prstGeom prst="rect">
            <a:avLst/>
          </a:prstGeom>
        </p:spPr>
      </p:pic>
      <p:sp>
        <p:nvSpPr>
          <p:cNvPr id="18" name="Footer Placeholder 8">
            <a:extLst>
              <a:ext uri="{FF2B5EF4-FFF2-40B4-BE49-F238E27FC236}">
                <a16:creationId xmlns:a16="http://schemas.microsoft.com/office/drawing/2014/main" id="{628C6B97-EE96-41E5-8B3E-525FEEDF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Jifeng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"R-FCN: Object Detection via Region-based Fully Convolutional Networks." European Conference on Computer Vision (ECCV). 2016.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067A8A-AD68-4E49-917F-41161B15F379}"/>
              </a:ext>
            </a:extLst>
          </p:cNvPr>
          <p:cNvSpPr txBox="1"/>
          <p:nvPr/>
        </p:nvSpPr>
        <p:spPr>
          <a:xfrm>
            <a:off x="7118251" y="5811595"/>
            <a:ext cx="5430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Comparison between R-FCN and R-CNN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60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01C2C-ED67-46B1-9819-1ADF353B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Results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E7BF-7C8A-4B7D-AB66-8EA5BB883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R-FCN outperforms previous methods in accuracy while remaining efficient.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R-FCN demonstrates 20x faster than the Faster R-CNN.</a:t>
            </a:r>
          </a:p>
          <a:p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</a:t>
            </a:r>
            <a:r>
              <a:rPr lang="tr-T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its potential for advancing object detection.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57EAF-4F78-417C-8A3E-06C4562DF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497" y="0"/>
            <a:ext cx="1819419" cy="10234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D7D67-E880-45F9-8C90-D7C786AC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12">
            <a:extLst>
              <a:ext uri="{FF2B5EF4-FFF2-40B4-BE49-F238E27FC236}">
                <a16:creationId xmlns:a16="http://schemas.microsoft.com/office/drawing/2014/main" id="{BD34090E-328E-4334-A709-163ED88D4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Jifeng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"R-FCN: Object Detection via Region-based Fully Convolutional Networks." European Conference on Computer Vision (ECCV). 2016.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5A717C-D02A-45F6-B8E5-B72BC38E6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079" y="3657599"/>
            <a:ext cx="7769837" cy="1872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90FC37-E91F-4F4D-A112-8922EBD64B6B}"/>
              </a:ext>
            </a:extLst>
          </p:cNvPr>
          <p:cNvSpPr txBox="1"/>
          <p:nvPr/>
        </p:nvSpPr>
        <p:spPr>
          <a:xfrm>
            <a:off x="5753685" y="5529849"/>
            <a:ext cx="5430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Comparisons on MS COCO dataset using ResNet-101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482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BDC0D-2E13-4FEB-AF7D-22C4C8ED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Discussion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87072-867B-4303-8439-B615A54DD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Strengths of R-FCN include simplification and competitive accuracy.</a:t>
            </a:r>
            <a:endParaRPr lang="tr-TR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involve computational cost, complexity, and limited real-time exploration.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for further enhancements.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02E95-A21D-4DA6-8C55-75504C94C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497" y="0"/>
            <a:ext cx="1819419" cy="10234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F8D4C-AAB0-49FD-B4E7-AE165E12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49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A4E1A-AD07-42C8-814C-B1D5C6D2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Call to 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1D4A6-9DEB-4651-9430-BA7A2839C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romising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advancement in object detection technology</a:t>
            </a:r>
            <a:r>
              <a:rPr lang="tr-T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implifies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process, maintains high accuracy, and offers the potential for further improvements.</a:t>
            </a:r>
            <a:endParaRPr lang="tr-TR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A2198-80EC-4E3B-8B40-49CEB6347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497" y="0"/>
            <a:ext cx="1819419" cy="10234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F29BE-EE8C-4BD3-ABBF-88137244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7163-F44C-46B8-A1CF-CD3B28E09E2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495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438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R-FCN: Object Detection via Region-based Fully Convolutional Networks https://arxiv.org/abs/1605.06409 </vt:lpstr>
      <vt:lpstr>Problem and Motivation</vt:lpstr>
      <vt:lpstr>Innovative Approach</vt:lpstr>
      <vt:lpstr>Key Techniques</vt:lpstr>
      <vt:lpstr>Advantages of R-FCN Over R-CNN</vt:lpstr>
      <vt:lpstr>Important Results</vt:lpstr>
      <vt:lpstr>Discussion </vt:lpstr>
      <vt:lpstr>Conclusion and Call to 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R-FCN: Object Detection via Region-based Fully Convolutional Networks https://arxiv.org/abs/1605.06409 </dc:title>
  <dc:creator>gürkan kılıçaslan</dc:creator>
  <cp:lastModifiedBy>gürkan kılıçaslan</cp:lastModifiedBy>
  <cp:revision>7</cp:revision>
  <dcterms:created xsi:type="dcterms:W3CDTF">2023-11-07T18:25:04Z</dcterms:created>
  <dcterms:modified xsi:type="dcterms:W3CDTF">2023-11-07T19:39:59Z</dcterms:modified>
</cp:coreProperties>
</file>